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"/>
            <a:ext cx="128016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94360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BIRLA VISHVAKARMA MAHAVIDYALAYA (ENGINEERING COLLEGE)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Department of Information Technology  •  An Autonomous Institution  •  Vallabh Vidyanagar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FINAL PROJECT PRESENTATION</a:t>
            </a:r>
          </a:p>
          <a:p>
            <a:pPr>
              <a:defRPr sz="3000" b="1">
                <a:solidFill>
                  <a:srgbClr val="1E3A8A"/>
                </a:solidFill>
                <a:latin typeface="Arial"/>
              </a:defRPr>
            </a:pPr>
            <a:r>
              <a:t>Movie Recommender System</a:t>
            </a:r>
            <a:br/>
            <a:r>
              <a:t>on MovieLens Dataset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Knowledge-Based, Collaborative Filtering (KNN), SVD Matrix Factorization &amp; Softmax DNN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3108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PRESENTED BY</a:t>
            </a:r>
          </a:p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Harsh Gondaliya</a:t>
            </a:r>
          </a:p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ID No: 23IT405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B.Tech Information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663440"/>
            <a:ext cx="3108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PROJECT MENTOR</a:t>
            </a:r>
          </a:p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Prof. Dhruvin R. Kotak</a:t>
            </a:r>
          </a:p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Assistant Professor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Information Technology Department</a:t>
            </a:r>
          </a:p>
        </p:txBody>
      </p:sp>
      <p:pic>
        <p:nvPicPr>
          <p:cNvPr id="10" name="Picture 9" descr="netflix-recommendation-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2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Introduction to Recommender Systems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The algorithmic backbone of personalized digital media and content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09728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DEFINITION &amp; ESSENCE</a:t>
            </a:r>
          </a:p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What is a Recommender System?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Information filtering algorithms that predict user ratings, preferences, and affinities for unrated items.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Transforms massive catalogs into personalized candidate sets tailored to individual taste profiles.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Powers modern digital consumption: drives &gt;80% of hours watched on Netflix and &gt;70% of views on YouTube.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212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09728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MOTIVATION &amp; RELEVANCE</a:t>
            </a:r>
          </a:p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Why Recommenders Matter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Solves 'Choice Paralysis': Users face thousands of options and quickly abandon platforms without personalization.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Surfaces the Long-Tail: Uncovers hidden gems beyond mainstream blockbusters for diverse user tastes.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Drives Business Value: Maximizes user retention, platform engagement, session duration, and satisfaction.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1783080"/>
            <a:ext cx="52120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09728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MULTI-PARADIGM APPROACH</a:t>
            </a:r>
          </a:p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Core Methodologies Implemented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Knowledge-Based: Cold-start filtering via genre, watch count, and weighted ratings.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Collaborative KNN: User-based &amp; item-based similarity using Cosine distance.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Matrix Factorization (SVD): 50 latent taste dimensions resolving extreme matrix sparsity.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Softmax Deep Neural Network: Learned embedding layers with multi-class probabilities.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51960"/>
            <a:ext cx="521208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8095" y="425196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09728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PROJECT DELIVERABLES</a:t>
            </a:r>
          </a:p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Project Scope &amp; Objectives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Benchmark Evaluation: Trained and evaluated on MovieLens 100K (100,000 ratings, 943 users, 1,682 movies).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Comparative Insights: Evaluates cold-start handling, neighbor proximity, latent representations, and neural scoring.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Full-Stack Interactive Dashboard: Real-time web application (Flask + JS/CSS) and CLI for live testing.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095" y="4251960"/>
            <a:ext cx="5212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3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Problem Statement &amp; The Long-Tail Challenge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Why simple recommendation methods fail in real-world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Information Overload: Thousands of movies exist, making it difficult for users to find titles matching their specific taste.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The Cold-Start Problem: New users have zero watch history, preventing traditional collaborative models from making recommendations.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Data Sparsity: Over 93% of the movie-user interaction matrix is empty because users only rate a tiny fraction of catalog movies.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Popularity Bias (The Long Tail): Naive systems only push blockbusters. High-margin and niche movies in the 'long tail' remain unrecommended without matrix factorization.</a:t>
            </a:r>
          </a:p>
        </p:txBody>
      </p:sp>
      <p:pic>
        <p:nvPicPr>
          <p:cNvPr id="6" name="Picture 5" descr="long-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4663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4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MovieLens 100K Dataset &amp; Data Insights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Benchmark rating dataset collected by the GroupLens Research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Dataset Scale: 100,000 ratings from 943 users across 1,682 movies.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Rich Metadata: Includes 19 genre indicators, release dates, titles, and user demographics (age, gender, occupation).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Active Participation: Each user in the dataset has rated at least 20 movies.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Rating Distribution: Users predominantly reward movies with 4-star ratings, followed by 3-star and 5-star ratings. Rarely do users rate below 2 stars.</a:t>
            </a:r>
          </a:p>
        </p:txBody>
      </p:sp>
      <p:pic>
        <p:nvPicPr>
          <p:cNvPr id="6" name="Picture 5" descr="bar-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1206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5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Recommendation Approaches: Content vs Collaborative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Comparing how different algorithms make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Content-Based Filtering: Recommends items based on discrete characteristics (e.g. genre, actors, director). Suggests movies similar to what the user liked in the past.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Collaborative Filtering: Assumes users who agreed in the past will agree in the future. Uses user-item interaction profiles without needing item metadata.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Item-to-Item Similarity: Finds companion movies that have similar rating patterns across all viewers.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User-to-User Neighborhood: Finds like-minded peers and surfaces movies highly rated by those peers.</a:t>
            </a:r>
          </a:p>
        </p:txBody>
      </p:sp>
      <p:pic>
        <p:nvPicPr>
          <p:cNvPr id="6" name="Picture 5" descr="coll-cont-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6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Model 1 &amp; 2: Knowledge-Based &amp; K-Nearest Neighbors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Instant cold-start resolution and memory-based collaborative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Knowledge-Based Recommender: Filters by genre, popularity (watch count &gt; 300), and top average rating (&gt; 4.0). Completely eliminates the Cold-Start hurdle for new visitors.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KNN Item-Based Filtering: Constructs a sparse [movies x users] matrix and computes Cosine Distances to find nearest movie neighbors in seconds.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KNN User-Based Filtering: Finds K closest users to target user ID, excludes already watched movies, and assigns distance-weighted scores to candidate films.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Dynamic Suggestor: Typo-tolerant string search suggests correct movie titles when users misspell query names.</a:t>
            </a:r>
          </a:p>
        </p:txBody>
      </p:sp>
      <p:pic>
        <p:nvPicPr>
          <p:cNvPr id="6" name="Picture 5" descr="genre-bar-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2024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7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Model 3 &amp; 4: SVD Matrix Factorization &amp; Deep Learning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Uncovering latent factors and capturing complex non-linear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Singular Value Decomposition (SVD)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Decomposes Utility Matrix A into U Σ V^T.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Reduces dimensions to 50 latent factors representing hidden movie and user tastes.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Approximates missing entries to predict unobserved ratings across the entire catalog.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Overcomes data sparsity and handles the long-tail problem effectively.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Softmax Deep Neural Network (DNN)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Extracts latent features of users &amp; movies using learned Embedding Layers.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Passes representations through Dense layers with Dropout to prevent overfitting.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Softmax output layer predicts rating probabilities (1 to 5 stars) for unseen items.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Captures non-linear user-movie relationships that linear matrix factorization misses.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8  •  MOVIELENS RECOMMENDER SYSTEM  •  BVM ENGINEERING COLLEGE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Interactive Web Application &amp; Key Takeaways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Real-time evaluation dashboard and summary of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Unified Web Dashboard: Built an interactive modern UI (http://127.0.0.1:5050) allowing users to test all 4 models in real-time.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Multi-Paradigm Solution: Knowledge-based handles cold-start, KNN handles immediate similarity, SVD solves sparsity, and DNN models complex interactions.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Dynamic Movie Suggestor: Real-time fuzzy search prevents typos and delivers smooth user experience.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Conclusion: Combining statistical heuristics, neighborhood collaborative filtering, and latent space factorization delivers an optimal, highly scalable movie recommendation engine.</a:t>
            </a:r>
          </a:p>
        </p:txBody>
      </p:sp>
      <p:pic>
        <p:nvPicPr>
          <p:cNvPr id="6" name="Picture 5" descr="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548640"/>
            <a:ext cx="164592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Movie Recommender System on MovieLens Dataset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Birla Vishvakarma Mahavidyalaya (Engineering College)  •  An Autonomous Institution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023360"/>
            <a:ext cx="42062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PRESENTED BY</a:t>
            </a:r>
          </a:p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Harsh Gondaliya</a:t>
            </a:r>
          </a:p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ID No: 23IT405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Department of Information Technology</a:t>
            </a:r>
            <a:br/>
            <a:r>
              <a:t>BVM Engineering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2062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UNDER THE MENTORSHIP OF</a:t>
            </a:r>
          </a:p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Prof. Dhruvin R. Kotak</a:t>
            </a:r>
          </a:p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Assistant Professor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Department of Information Technology</a:t>
            </a:r>
            <a:br/>
            <a:r>
              <a:t>BVM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